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rep-pptx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rep-pptx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rep-pptx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rep-pptx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rep-pptx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pgrep project presentation</dc:title>
  <dc:subject>Physics GRE preparation</dc:subject>
  <dc:creator>Frank Gonzalez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